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83DD1B-69A9-3935-C213-9D9A1B49BABF}" v="5" dt="2026-03-23T17:25:13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E092D-8176-4142-8891-0030FD49B38A}" type="datetimeFigureOut"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9E78C-3C3A-4B86-A563-187EF524D9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48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rdhaa/mlops-gitops-openshif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54864" cy="4114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229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GitOps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OpenShift Local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API · ArgoCD · Kustomize · Docker · GitHub 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73152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Vardhaa  |  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AVD D4as_v5  |  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6858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github.com/Vardhaa/mlops-gitops-openshift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Portfolio Project · Vardhaa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MLOps pipeline deploying a Sentiment Analysis API across dev, test and prod namespaces on OpenShift Local using GitOps principles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HuggingFace DistilBERT model containerized with Docker, deployed via ArgoCD GitOps with Kustomize overlays per environment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743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777240"/>
            <a:ext cx="274320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777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468880" cy="3200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Portfolio project showcasing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MLOps</a:t>
            </a:r>
            <a:r>
              <a:rPr lang="en-US" sz="13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GitOps</a:t>
            </a:r>
            <a:r>
              <a:rPr lang="en-US" sz="13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, OpenShift, CI/CD and cloud-native skills for DevOps/</a:t>
            </a:r>
            <a:r>
              <a:rPr lang="en-US" sz="130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MLOps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engineering .</a:t>
            </a:r>
            <a:endParaRPr lang="en-US" sz="130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Portfolio Project · Vardhaa ·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Hardware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162032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AVD — D4as_v5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vCPUs (AMD EPYC)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037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GB C: Drive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426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 enabled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+ Ubuntu installed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59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Access via AVD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731520"/>
            <a:ext cx="4023360" cy="41148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731520"/>
            <a:ext cx="402336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731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Local (CRC)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v4.20.5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1764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VM: 4 vCPUs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2037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 RAM allocated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6426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GB disk (inside VM)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0815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 backend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Namespaces: dev/test/prod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959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kubeadmin access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Portfolio Project · Vardhaa ·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64008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589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9784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DistilBERT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— distilbert-base-uncased-finetuned-sst-2-english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37360"/>
            <a:ext cx="640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10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Framework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029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 /health  /ready  /metrics endpoints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62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081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Multi-stage 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user, OCP-compatible, pushed to DockerHub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40480"/>
            <a:ext cx="64008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136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133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DockerHub — vardhanv18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vardhanv18/sentiment-api:dev-latest / test-latest / prod-latest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6858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685800"/>
            <a:ext cx="640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7589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Mgmt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9784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Kustomize — base + overlays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overlays: dev (1 replica) / test (2) / prod (3)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7373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810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0299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— OpenShift GitOps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from GitHub to 3 namespaces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7889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862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3081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8348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→ Build → Push → Update manifest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8404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9136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83480" y="4133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Local (CRC v4.20.5)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98348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ocp-dev-1 / ocp-test-1 / ocp-prod-1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Portfolio Project · Vardhaa ·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92024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822960"/>
            <a:ext cx="192024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822960"/>
            <a:ext cx="19202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Registry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822960"/>
            <a:ext cx="19202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Controller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1234440"/>
            <a:ext cx="1828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1234440"/>
            <a:ext cx="1828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234440"/>
            <a:ext cx="1828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2834640"/>
            <a:ext cx="2286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ocp-dev-1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replica · DEBUG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1645920"/>
            <a:ext cx="0" cy="118872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749040" y="2834640"/>
            <a:ext cx="2286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4904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ocp-test-1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· INFO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1645920"/>
            <a:ext cx="0" cy="118872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400800" y="2834640"/>
            <a:ext cx="228600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ocp-prod-1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replicas · WARNING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1645920"/>
            <a:ext cx="137160" cy="118872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auto-syncs → deploys to all 3 namespaces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API running in each namespace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Portfolio Project · Vardhaa ·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Installed on Azure AVD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2.53.0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61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10972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868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9164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3.11.9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167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 runtime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874520"/>
            <a:ext cx="10972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9748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29.2.1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engine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10972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880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0332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4.65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178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UI + daemon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3886200"/>
            <a:ext cx="10972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886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685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685800"/>
            <a:ext cx="64008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777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(OpenShift Local)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1161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v4.20.5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868680"/>
            <a:ext cx="10972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868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1691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169164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CLI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0" y="2167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client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0" y="1874520"/>
            <a:ext cx="10972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26974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69748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0" y="3172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client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772400" y="2880360"/>
            <a:ext cx="10972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2880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37033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3703320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winget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29200" y="4178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72400" y="3886200"/>
            <a:ext cx="10972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3886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Portfolio Project · Vardhaa ·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mlops-gitops-openshift/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950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88720" y="12435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serve/app.py          FastAPI ML serving app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      Python dependencies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            Multi-stage OCP build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121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manifests/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88720" y="2414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base/                 Common K8s manifests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88720" y="27066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overlays/dev/         1 replica · DEBUG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88720" y="2999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overlays/test/        2 replicas · INFO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8872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overlays/prod/        3 replicas · WARNING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584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argocd/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88720" y="38770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dev-app.yaml  test-app.yaml  prod-app.yaml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.github/workflows/ci.yaml        GitHub Actions CI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github.com/Vardhaa/mlops-gitops-openshift  |  DockerHub: vardhanv18/sentiment-api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Portfolio Project · Vardhaa ·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 Deployment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27432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ocp-dev-1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Level: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Tag: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dev-latest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Auto-sync: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68580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685800"/>
            <a:ext cx="27432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685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QA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9875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ocp-test-1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Level: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429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Tag: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test-latest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931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Auto-sync: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68580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685800"/>
            <a:ext cx="2743200" cy="594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685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0" y="9875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ocp-prod-1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Replicas: 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1920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Level: 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429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Tag: 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prod-latest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931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Auto-sync: 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Portfolio Project · Vardhaa ·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— GitHub Actions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50292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868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to GitHub main branch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411480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0312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031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2240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6334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runs unit tests on FastAPI 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474720"/>
            <a:ext cx="411480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474720"/>
            <a:ext cx="50292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474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0050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builds multi-stage image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731520"/>
            <a:ext cx="411480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731520"/>
            <a:ext cx="502920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7315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868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DockerHub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2618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Tagged: dev / test / prod-latest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103120"/>
            <a:ext cx="411480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103120"/>
            <a:ext cx="50292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031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40680" y="2240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Manifest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6334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Kustomize image tag updated in repo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474720"/>
            <a:ext cx="411480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74720"/>
            <a:ext cx="50292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74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4068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Sync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40050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to all 3 namespaces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Portfolio Project · Vardhaa ·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274320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685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685800"/>
            <a:ext cx="2743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685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161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4813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8013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121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685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685800"/>
            <a:ext cx="2743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685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161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4813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8013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121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27432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743200"/>
            <a:ext cx="27432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" y="32186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deployment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538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3858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41788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CLI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0" y="27432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743200"/>
            <a:ext cx="274320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37560" y="32186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37560" y="3538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37560" y="3858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37560" y="41788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27432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743200"/>
            <a:ext cx="27432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Kustomize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63640" y="32186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overlays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63640" y="35387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promotion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63640" y="3858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files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63640" y="41788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updates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Portfolio Project · Vardhaa ·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GitOps Pipeline on OpenShift Local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331720"/>
            <a:ext cx="54864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514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github.com/Vardhaa/mlops-gitops-openshift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DockerHub: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hub.docker.com/r/vardhanv18/sentiment-api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520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vardhanavasarala21@gmail.com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023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AVD D4as_v5 + OpenShift Local CRC v4.20.5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Portfolio Project · Vardhaa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 GitOps Pipeline on OpenShift</dc:title>
  <dc:subject>PptxGenJS Presentation</dc:subject>
  <dc:creator>Vardhaa</dc:creator>
  <cp:lastModifiedBy>Vardhaa</cp:lastModifiedBy>
  <cp:revision>8</cp:revision>
  <dcterms:created xsi:type="dcterms:W3CDTF">2026-03-23T16:49:23Z</dcterms:created>
  <dcterms:modified xsi:type="dcterms:W3CDTF">2026-03-23T17:25:39Z</dcterms:modified>
</cp:coreProperties>
</file>